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4" r:id="rId2"/>
    <p:sldId id="265" r:id="rId3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18/10/2025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 smtClean="0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 smtClean="0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 smtClean="0"/>
              <a:t>LAURA DANIELA DIAZ TORRES</a:t>
            </a:r>
            <a:br>
              <a:rPr lang="es-CO" altLang="es-CO" dirty="0" smtClean="0"/>
            </a:br>
            <a:r>
              <a:rPr lang="es-CO" altLang="es-CO" dirty="0" smtClean="0"/>
              <a:t>CRISTIAN FELIPE MUÑOZ </a:t>
            </a:r>
            <a:r>
              <a:rPr lang="es-CO" altLang="es-CO" dirty="0"/>
              <a:t>GUERRERO</a:t>
            </a:r>
            <a:br>
              <a:rPr lang="es-CO" altLang="es-CO" dirty="0"/>
            </a:br>
            <a:r>
              <a:rPr lang="es-CO" altLang="es-CO" dirty="0"/>
              <a:t>ZENNETH OLIVERO </a:t>
            </a:r>
            <a:r>
              <a:rPr lang="es-CO" altLang="es-CO" dirty="0" smtClean="0"/>
              <a:t>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 smtClean="0"/>
              <a:t>Problem</a:t>
            </a:r>
            <a:r>
              <a:rPr lang="es-CO" b="1" dirty="0" smtClean="0"/>
              <a:t> Set 2 – </a:t>
            </a:r>
            <a:r>
              <a:rPr lang="es-CO" b="1" dirty="0" err="1" smtClean="0"/>
              <a:t>Predicting</a:t>
            </a:r>
            <a:r>
              <a:rPr lang="es-CO" b="1" dirty="0" smtClean="0"/>
              <a:t> </a:t>
            </a:r>
            <a:r>
              <a:rPr lang="es-CO" b="1" dirty="0" err="1" smtClean="0"/>
              <a:t>Poverty</a:t>
            </a: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 smtClean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BIG </a:t>
            </a:r>
            <a:r>
              <a:rPr lang="es-CO" b="1" dirty="0"/>
              <a:t>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 smtClean="0"/>
              <a:t>data_equipo_08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Limpieza de datos, </a:t>
            </a:r>
            <a:r>
              <a:rPr lang="es-CO" b="1" dirty="0" smtClean="0"/>
              <a:t>construcción y transformación </a:t>
            </a:r>
            <a:r>
              <a:rPr lang="es-CO" b="1" dirty="0" smtClean="0"/>
              <a:t>de variables, definición de bases de datos finales.</a:t>
            </a:r>
            <a:endParaRPr lang="es-CO" b="1" dirty="0"/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/>
          <p:cNvSpPr>
            <a:spLocks noGrp="1"/>
          </p:cNvSpPr>
          <p:nvPr>
            <p:ph type="title"/>
          </p:nvPr>
        </p:nvSpPr>
        <p:spPr>
          <a:xfrm>
            <a:off x="1042988" y="981075"/>
            <a:ext cx="8229600" cy="500063"/>
          </a:xfrm>
        </p:spPr>
        <p:txBody>
          <a:bodyPr/>
          <a:lstStyle/>
          <a:p>
            <a:pPr algn="ctr"/>
            <a:endParaRPr lang="es-CO" altLang="es-CO" dirty="0" smtClean="0"/>
          </a:p>
        </p:txBody>
      </p:sp>
      <p:sp>
        <p:nvSpPr>
          <p:cNvPr id="2" name="Marcador de conteni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Rectángulo 2"/>
          <p:cNvSpPr/>
          <p:nvPr/>
        </p:nvSpPr>
        <p:spPr>
          <a:xfrm>
            <a:off x="4732527" y="1489061"/>
            <a:ext cx="4572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>
                <a:latin typeface="CMTT12"/>
              </a:rPr>
              <a:t>data_equipo</a:t>
            </a:r>
            <a:r>
              <a:rPr lang="en-US" dirty="0">
                <a:latin typeface="CMTT12"/>
              </a:rPr>
              <a:t>_##</a:t>
            </a:r>
            <a:r>
              <a:rPr lang="en-US" dirty="0">
                <a:latin typeface="CMR12"/>
              </a:rPr>
              <a:t>: Show how the data was built and cleaned, highlight key</a:t>
            </a:r>
          </a:p>
          <a:p>
            <a:r>
              <a:rPr lang="en-US" dirty="0">
                <a:latin typeface="CMR12"/>
              </a:rPr>
              <a:t>variables and descriptive statistics, and explain how these choices supported</a:t>
            </a:r>
          </a:p>
          <a:p>
            <a:r>
              <a:rPr lang="es-CO" dirty="0" err="1">
                <a:latin typeface="CMR12"/>
              </a:rPr>
              <a:t>the</a:t>
            </a:r>
            <a:r>
              <a:rPr lang="es-CO" dirty="0">
                <a:latin typeface="CMR12"/>
              </a:rPr>
              <a:t> </a:t>
            </a:r>
            <a:r>
              <a:rPr lang="es-CO" dirty="0" err="1">
                <a:latin typeface="CMR12"/>
              </a:rPr>
              <a:t>best</a:t>
            </a:r>
            <a:r>
              <a:rPr lang="es-CO" dirty="0">
                <a:latin typeface="CMR12"/>
              </a:rPr>
              <a:t> </a:t>
            </a:r>
            <a:r>
              <a:rPr lang="es-CO" dirty="0" err="1">
                <a:latin typeface="CMR12"/>
              </a:rPr>
              <a:t>model</a:t>
            </a:r>
            <a:r>
              <a:rPr lang="es-CO" dirty="0">
                <a:latin typeface="CMR12"/>
              </a:rPr>
              <a:t>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65</Words>
  <Application>Microsoft Office PowerPoint</Application>
  <PresentationFormat>Presentación en pantalla (4:3)</PresentationFormat>
  <Paragraphs>12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CMR12</vt:lpstr>
      <vt:lpstr>CMTT12</vt:lpstr>
      <vt:lpstr>Tema de Office</vt:lpstr>
      <vt:lpstr>VIVIAN CABANZO FERNÁNDEZ LAURA DANIELA DIAZ TORRES CRISTIAN FELIPE MUÑOZ GUERRERO ZENNETH OLIVERO TAPIA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Laura Diaz Torres</cp:lastModifiedBy>
  <cp:revision>57</cp:revision>
  <dcterms:created xsi:type="dcterms:W3CDTF">2008-03-12T20:06:52Z</dcterms:created>
  <dcterms:modified xsi:type="dcterms:W3CDTF">2025-10-19T02:04:56Z</dcterms:modified>
</cp:coreProperties>
</file>