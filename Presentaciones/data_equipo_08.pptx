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18/10/2025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 smtClean="0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 smtClean="0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 smtClean="0"/>
              <a:t>LAURA DANIELA DIAZ TORRES</a:t>
            </a:r>
            <a:br>
              <a:rPr lang="es-CO" altLang="es-CO" dirty="0" smtClean="0"/>
            </a:br>
            <a:r>
              <a:rPr lang="es-CO" altLang="es-CO" dirty="0" smtClean="0"/>
              <a:t>CRISTIAN FELIPE MUÑOZ </a:t>
            </a:r>
            <a:r>
              <a:rPr lang="es-CO" altLang="es-CO" dirty="0"/>
              <a:t>GUERRERO</a:t>
            </a:r>
            <a:br>
              <a:rPr lang="es-CO" altLang="es-CO" dirty="0"/>
            </a:br>
            <a:r>
              <a:rPr lang="es-CO" altLang="es-CO" dirty="0"/>
              <a:t>ZENNETH OLIVERO </a:t>
            </a:r>
            <a:r>
              <a:rPr lang="es-CO" altLang="es-CO" dirty="0" smtClean="0"/>
              <a:t>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 smtClean="0"/>
              <a:t>Problem</a:t>
            </a:r>
            <a:r>
              <a:rPr lang="es-CO" b="1" dirty="0" smtClean="0"/>
              <a:t> Set 2 – </a:t>
            </a:r>
            <a:r>
              <a:rPr lang="es-CO" b="1" dirty="0" err="1" smtClean="0"/>
              <a:t>Predicting</a:t>
            </a:r>
            <a:r>
              <a:rPr lang="es-CO" b="1" dirty="0" smtClean="0"/>
              <a:t> </a:t>
            </a:r>
            <a:r>
              <a:rPr lang="es-CO" b="1" dirty="0" err="1" smtClean="0"/>
              <a:t>Poverty</a:t>
            </a: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smtClean="0"/>
              <a:t>BIG </a:t>
            </a:r>
            <a:r>
              <a:rPr lang="es-CO" b="1" dirty="0"/>
              <a:t>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smtClean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 smtClean="0"/>
              <a:t>data_equipo_08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smtClean="0"/>
              <a:t>Limpieza de datos, transformación de variables, definición de bases de datos finales.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>
          <a:xfrm>
            <a:off x="1042988" y="981075"/>
            <a:ext cx="8229600" cy="500063"/>
          </a:xfrm>
        </p:spPr>
        <p:txBody>
          <a:bodyPr/>
          <a:lstStyle/>
          <a:p>
            <a:pPr algn="ctr"/>
            <a:endParaRPr lang="es-CO" altLang="es-CO" dirty="0" smtClean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35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35</Words>
  <Application>Microsoft Office PowerPoint</Application>
  <PresentationFormat>Presentación en pantalla (4:3)</PresentationFormat>
  <Paragraphs>9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VIVIAN CABANZO FERNÁNDEZ LAURA DANIELA DIAZ TORRES CRISTIAN FELIPE MUÑOZ GUERRERO ZENNETH OLIVERO TAPIA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Laura Diaz Torres</cp:lastModifiedBy>
  <cp:revision>56</cp:revision>
  <dcterms:created xsi:type="dcterms:W3CDTF">2008-03-12T20:06:52Z</dcterms:created>
  <dcterms:modified xsi:type="dcterms:W3CDTF">2025-10-19T02:01:31Z</dcterms:modified>
</cp:coreProperties>
</file>