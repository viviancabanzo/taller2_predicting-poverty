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4" r:id="rId2"/>
    <p:sldId id="265" r:id="rId3"/>
    <p:sldId id="266" r:id="rId4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20/10/2025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2 – </a:t>
            </a:r>
            <a:r>
              <a:rPr lang="es-CO" b="1" dirty="0" err="1"/>
              <a:t>Predicting</a:t>
            </a:r>
            <a:r>
              <a:rPr lang="es-CO" b="1" dirty="0"/>
              <a:t> </a:t>
            </a:r>
            <a:r>
              <a:rPr lang="es-CO" b="1" dirty="0" err="1"/>
              <a:t>Poverty</a:t>
            </a: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othermodels_equipo_08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Limpieza de datos, transformación de variables, definición de bases de datos finales.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/>
          <p:cNvSpPr>
            <a:spLocks noGrp="1"/>
          </p:cNvSpPr>
          <p:nvPr>
            <p:ph type="title"/>
          </p:nvPr>
        </p:nvSpPr>
        <p:spPr>
          <a:xfrm>
            <a:off x="1042988" y="981075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Best</a:t>
            </a:r>
            <a:r>
              <a:rPr lang="es-CO" altLang="es-CO" dirty="0"/>
              <a:t> </a:t>
            </a:r>
            <a:r>
              <a:rPr lang="es-CO" altLang="es-CO" dirty="0" err="1"/>
              <a:t>model</a:t>
            </a:r>
            <a:r>
              <a:rPr lang="es-CO" altLang="es-CO" dirty="0"/>
              <a:t> </a:t>
            </a:r>
            <a:r>
              <a:rPr lang="es-CO" altLang="es-CO" dirty="0" err="1"/>
              <a:t>overview</a:t>
            </a:r>
            <a:r>
              <a:rPr lang="es-CO" altLang="es-CO" dirty="0"/>
              <a:t> – </a:t>
            </a:r>
            <a:r>
              <a:rPr lang="es-CO" altLang="es-CO" dirty="0" err="1"/>
              <a:t>XGBoost</a:t>
            </a:r>
            <a:r>
              <a:rPr lang="es-CO" altLang="es-CO" dirty="0"/>
              <a:t> + CART Ensemble</a:t>
            </a:r>
          </a:p>
        </p:txBody>
      </p:sp>
      <p:sp>
        <p:nvSpPr>
          <p:cNvPr id="2" name="Marcador de contenido 1"/>
          <p:cNvSpPr>
            <a:spLocks noGrp="1"/>
          </p:cNvSpPr>
          <p:nvPr>
            <p:ph idx="1"/>
          </p:nvPr>
        </p:nvSpPr>
        <p:spPr>
          <a:xfrm>
            <a:off x="1040708" y="4910286"/>
            <a:ext cx="7858125" cy="1432743"/>
          </a:xfrm>
        </p:spPr>
        <p:txBody>
          <a:bodyPr/>
          <a:lstStyle/>
          <a:p>
            <a:r>
              <a:rPr lang="es-ES" dirty="0"/>
              <a:t>El modelo fue seleccionado porque logra </a:t>
            </a:r>
            <a:r>
              <a:rPr lang="es-ES" b="1" dirty="0"/>
              <a:t>mayor estabilidad y precisión</a:t>
            </a:r>
            <a:r>
              <a:rPr lang="es-ES" dirty="0"/>
              <a:t>, mejorando el F1-score frente a todos los modelos individuales y manteniendo una estructura explicativa que facilita su interpretación.</a:t>
            </a:r>
          </a:p>
          <a:p>
            <a:endParaRPr lang="es-CO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8A075A8-D2AE-5612-F40B-46A7C27FD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28290"/>
            <a:ext cx="9144000" cy="2429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FA7EE9-6336-1A48-2A0F-D1E429F17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C0AB18-FD2D-46FE-037D-E70A25A6B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3943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91</Words>
  <Application>Microsoft Office PowerPoint</Application>
  <PresentationFormat>Presentación en pantalla (4:3)</PresentationFormat>
  <Paragraphs>11</Paragraphs>
  <Slides>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6" baseType="lpstr">
      <vt:lpstr>Arial</vt:lpstr>
      <vt:lpstr>Calibri</vt:lpstr>
      <vt:lpstr>Tema de Office</vt:lpstr>
      <vt:lpstr>VIVIAN CABANZO FERNÁNDEZ LAURA DANIELA DIAZ TORRES CRISTIAN FELIPE MUÑOZ GUERRERO ZENETH OLIVERO TAPIA</vt:lpstr>
      <vt:lpstr>Best model overview – XGBoost + CART Ensemble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Cristian Felipe Muñoz Guerrero</cp:lastModifiedBy>
  <cp:revision>57</cp:revision>
  <dcterms:created xsi:type="dcterms:W3CDTF">2008-03-12T20:06:52Z</dcterms:created>
  <dcterms:modified xsi:type="dcterms:W3CDTF">2025-10-21T00:44:27Z</dcterms:modified>
</cp:coreProperties>
</file>